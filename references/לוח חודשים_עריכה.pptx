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8120063" cy="10826750" type="B4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66" autoAdjust="0"/>
    <p:restoredTop sz="94660"/>
  </p:normalViewPr>
  <p:slideViewPr>
    <p:cSldViewPr snapToGrid="0">
      <p:cViewPr varScale="1">
        <p:scale>
          <a:sx n="47" d="100"/>
          <a:sy n="47" d="100"/>
        </p:scale>
        <p:origin x="23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005" y="1771879"/>
            <a:ext cx="6902054" cy="3769313"/>
          </a:xfrm>
        </p:spPr>
        <p:txBody>
          <a:bodyPr anchor="b"/>
          <a:lstStyle>
            <a:lvl1pPr algn="ctr">
              <a:defRPr sz="532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5008" y="5686551"/>
            <a:ext cx="6090047" cy="2613958"/>
          </a:xfrm>
        </p:spPr>
        <p:txBody>
          <a:bodyPr/>
          <a:lstStyle>
            <a:lvl1pPr marL="0" indent="0" algn="ctr">
              <a:buNone/>
              <a:defRPr sz="2131"/>
            </a:lvl1pPr>
            <a:lvl2pPr marL="405994" indent="0" algn="ctr">
              <a:buNone/>
              <a:defRPr sz="1776"/>
            </a:lvl2pPr>
            <a:lvl3pPr marL="811987" indent="0" algn="ctr">
              <a:buNone/>
              <a:defRPr sz="1598"/>
            </a:lvl3pPr>
            <a:lvl4pPr marL="1217981" indent="0" algn="ctr">
              <a:buNone/>
              <a:defRPr sz="1421"/>
            </a:lvl4pPr>
            <a:lvl5pPr marL="1623974" indent="0" algn="ctr">
              <a:buNone/>
              <a:defRPr sz="1421"/>
            </a:lvl5pPr>
            <a:lvl6pPr marL="2029968" indent="0" algn="ctr">
              <a:buNone/>
              <a:defRPr sz="1421"/>
            </a:lvl6pPr>
            <a:lvl7pPr marL="2435962" indent="0" algn="ctr">
              <a:buNone/>
              <a:defRPr sz="1421"/>
            </a:lvl7pPr>
            <a:lvl8pPr marL="2841955" indent="0" algn="ctr">
              <a:buNone/>
              <a:defRPr sz="1421"/>
            </a:lvl8pPr>
            <a:lvl9pPr marL="3247949" indent="0" algn="ctr">
              <a:buNone/>
              <a:defRPr sz="1421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616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203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026" y="2699172"/>
            <a:ext cx="7003554" cy="4503626"/>
          </a:xfrm>
        </p:spPr>
        <p:txBody>
          <a:bodyPr anchor="b"/>
          <a:lstStyle>
            <a:lvl1pPr>
              <a:defRPr sz="532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026" y="7245404"/>
            <a:ext cx="7003554" cy="2368351"/>
          </a:xfrm>
        </p:spPr>
        <p:txBody>
          <a:bodyPr/>
          <a:lstStyle>
            <a:lvl1pPr marL="0" indent="0">
              <a:buNone/>
              <a:defRPr sz="2131">
                <a:solidFill>
                  <a:schemeClr val="tx1"/>
                </a:solidFill>
              </a:defRPr>
            </a:lvl1pPr>
            <a:lvl2pPr marL="405994" indent="0">
              <a:buNone/>
              <a:defRPr sz="1776">
                <a:solidFill>
                  <a:schemeClr val="tx1">
                    <a:tint val="75000"/>
                  </a:schemeClr>
                </a:solidFill>
              </a:defRPr>
            </a:lvl2pPr>
            <a:lvl3pPr marL="811987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217981" indent="0">
              <a:buNone/>
              <a:defRPr sz="1421">
                <a:solidFill>
                  <a:schemeClr val="tx1">
                    <a:tint val="75000"/>
                  </a:schemeClr>
                </a:solidFill>
              </a:defRPr>
            </a:lvl4pPr>
            <a:lvl5pPr marL="1623974" indent="0">
              <a:buNone/>
              <a:defRPr sz="1421">
                <a:solidFill>
                  <a:schemeClr val="tx1">
                    <a:tint val="75000"/>
                  </a:schemeClr>
                </a:solidFill>
              </a:defRPr>
            </a:lvl5pPr>
            <a:lvl6pPr marL="2029968" indent="0">
              <a:buNone/>
              <a:defRPr sz="1421">
                <a:solidFill>
                  <a:schemeClr val="tx1">
                    <a:tint val="75000"/>
                  </a:schemeClr>
                </a:solidFill>
              </a:defRPr>
            </a:lvl6pPr>
            <a:lvl7pPr marL="2435962" indent="0">
              <a:buNone/>
              <a:defRPr sz="1421">
                <a:solidFill>
                  <a:schemeClr val="tx1">
                    <a:tint val="75000"/>
                  </a:schemeClr>
                </a:solidFill>
              </a:defRPr>
            </a:lvl7pPr>
            <a:lvl8pPr marL="2841955" indent="0">
              <a:buNone/>
              <a:defRPr sz="1421">
                <a:solidFill>
                  <a:schemeClr val="tx1">
                    <a:tint val="75000"/>
                  </a:schemeClr>
                </a:solidFill>
              </a:defRPr>
            </a:lvl8pPr>
            <a:lvl9pPr marL="3247949" indent="0">
              <a:buNone/>
              <a:defRPr sz="14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467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8254" y="2882121"/>
            <a:ext cx="3451027" cy="68694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0782" y="2882121"/>
            <a:ext cx="3451027" cy="68694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117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576427"/>
            <a:ext cx="7003554" cy="209267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9313" y="2654058"/>
            <a:ext cx="3435167" cy="1300713"/>
          </a:xfrm>
        </p:spPr>
        <p:txBody>
          <a:bodyPr anchor="b"/>
          <a:lstStyle>
            <a:lvl1pPr marL="0" indent="0">
              <a:buNone/>
              <a:defRPr sz="2131" b="1"/>
            </a:lvl1pPr>
            <a:lvl2pPr marL="405994" indent="0">
              <a:buNone/>
              <a:defRPr sz="1776" b="1"/>
            </a:lvl2pPr>
            <a:lvl3pPr marL="811987" indent="0">
              <a:buNone/>
              <a:defRPr sz="1598" b="1"/>
            </a:lvl3pPr>
            <a:lvl4pPr marL="1217981" indent="0">
              <a:buNone/>
              <a:defRPr sz="1421" b="1"/>
            </a:lvl4pPr>
            <a:lvl5pPr marL="1623974" indent="0">
              <a:buNone/>
              <a:defRPr sz="1421" b="1"/>
            </a:lvl5pPr>
            <a:lvl6pPr marL="2029968" indent="0">
              <a:buNone/>
              <a:defRPr sz="1421" b="1"/>
            </a:lvl6pPr>
            <a:lvl7pPr marL="2435962" indent="0">
              <a:buNone/>
              <a:defRPr sz="1421" b="1"/>
            </a:lvl7pPr>
            <a:lvl8pPr marL="2841955" indent="0">
              <a:buNone/>
              <a:defRPr sz="1421" b="1"/>
            </a:lvl8pPr>
            <a:lvl9pPr marL="3247949" indent="0">
              <a:buNone/>
              <a:defRPr sz="1421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313" y="3954771"/>
            <a:ext cx="3435167" cy="58168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10783" y="2654058"/>
            <a:ext cx="3452084" cy="1300713"/>
          </a:xfrm>
        </p:spPr>
        <p:txBody>
          <a:bodyPr anchor="b"/>
          <a:lstStyle>
            <a:lvl1pPr marL="0" indent="0">
              <a:buNone/>
              <a:defRPr sz="2131" b="1"/>
            </a:lvl1pPr>
            <a:lvl2pPr marL="405994" indent="0">
              <a:buNone/>
              <a:defRPr sz="1776" b="1"/>
            </a:lvl2pPr>
            <a:lvl3pPr marL="811987" indent="0">
              <a:buNone/>
              <a:defRPr sz="1598" b="1"/>
            </a:lvl3pPr>
            <a:lvl4pPr marL="1217981" indent="0">
              <a:buNone/>
              <a:defRPr sz="1421" b="1"/>
            </a:lvl4pPr>
            <a:lvl5pPr marL="1623974" indent="0">
              <a:buNone/>
              <a:defRPr sz="1421" b="1"/>
            </a:lvl5pPr>
            <a:lvl6pPr marL="2029968" indent="0">
              <a:buNone/>
              <a:defRPr sz="1421" b="1"/>
            </a:lvl6pPr>
            <a:lvl7pPr marL="2435962" indent="0">
              <a:buNone/>
              <a:defRPr sz="1421" b="1"/>
            </a:lvl7pPr>
            <a:lvl8pPr marL="2841955" indent="0">
              <a:buNone/>
              <a:defRPr sz="1421" b="1"/>
            </a:lvl8pPr>
            <a:lvl9pPr marL="3247949" indent="0">
              <a:buNone/>
              <a:defRPr sz="1421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10783" y="3954771"/>
            <a:ext cx="3452084" cy="58168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590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886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453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721783"/>
            <a:ext cx="2618932" cy="2526242"/>
          </a:xfrm>
        </p:spPr>
        <p:txBody>
          <a:bodyPr anchor="b"/>
          <a:lstStyle>
            <a:lvl1pPr>
              <a:defRPr sz="284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2084" y="1558854"/>
            <a:ext cx="4110782" cy="7694010"/>
          </a:xfrm>
        </p:spPr>
        <p:txBody>
          <a:bodyPr/>
          <a:lstStyle>
            <a:lvl1pPr>
              <a:defRPr sz="2842"/>
            </a:lvl1pPr>
            <a:lvl2pPr>
              <a:defRPr sz="2486"/>
            </a:lvl2pPr>
            <a:lvl3pPr>
              <a:defRPr sz="2131"/>
            </a:lvl3pPr>
            <a:lvl4pPr>
              <a:defRPr sz="1776"/>
            </a:lvl4pPr>
            <a:lvl5pPr>
              <a:defRPr sz="1776"/>
            </a:lvl5pPr>
            <a:lvl6pPr>
              <a:defRPr sz="1776"/>
            </a:lvl6pPr>
            <a:lvl7pPr>
              <a:defRPr sz="1776"/>
            </a:lvl7pPr>
            <a:lvl8pPr>
              <a:defRPr sz="1776"/>
            </a:lvl8pPr>
            <a:lvl9pPr>
              <a:defRPr sz="1776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9312" y="3248025"/>
            <a:ext cx="2618932" cy="6017368"/>
          </a:xfrm>
        </p:spPr>
        <p:txBody>
          <a:bodyPr/>
          <a:lstStyle>
            <a:lvl1pPr marL="0" indent="0">
              <a:buNone/>
              <a:defRPr sz="1421"/>
            </a:lvl1pPr>
            <a:lvl2pPr marL="405994" indent="0">
              <a:buNone/>
              <a:defRPr sz="1243"/>
            </a:lvl2pPr>
            <a:lvl3pPr marL="811987" indent="0">
              <a:buNone/>
              <a:defRPr sz="1066"/>
            </a:lvl3pPr>
            <a:lvl4pPr marL="1217981" indent="0">
              <a:buNone/>
              <a:defRPr sz="888"/>
            </a:lvl4pPr>
            <a:lvl5pPr marL="1623974" indent="0">
              <a:buNone/>
              <a:defRPr sz="888"/>
            </a:lvl5pPr>
            <a:lvl6pPr marL="2029968" indent="0">
              <a:buNone/>
              <a:defRPr sz="888"/>
            </a:lvl6pPr>
            <a:lvl7pPr marL="2435962" indent="0">
              <a:buNone/>
              <a:defRPr sz="888"/>
            </a:lvl7pPr>
            <a:lvl8pPr marL="2841955" indent="0">
              <a:buNone/>
              <a:defRPr sz="888"/>
            </a:lvl8pPr>
            <a:lvl9pPr marL="3247949" indent="0">
              <a:buNone/>
              <a:defRPr sz="888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991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721783"/>
            <a:ext cx="2618932" cy="2526242"/>
          </a:xfrm>
        </p:spPr>
        <p:txBody>
          <a:bodyPr anchor="b"/>
          <a:lstStyle>
            <a:lvl1pPr>
              <a:defRPr sz="284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52084" y="1558854"/>
            <a:ext cx="4110782" cy="7694010"/>
          </a:xfrm>
        </p:spPr>
        <p:txBody>
          <a:bodyPr anchor="t"/>
          <a:lstStyle>
            <a:lvl1pPr marL="0" indent="0">
              <a:buNone/>
              <a:defRPr sz="2842"/>
            </a:lvl1pPr>
            <a:lvl2pPr marL="405994" indent="0">
              <a:buNone/>
              <a:defRPr sz="2486"/>
            </a:lvl2pPr>
            <a:lvl3pPr marL="811987" indent="0">
              <a:buNone/>
              <a:defRPr sz="2131"/>
            </a:lvl3pPr>
            <a:lvl4pPr marL="1217981" indent="0">
              <a:buNone/>
              <a:defRPr sz="1776"/>
            </a:lvl4pPr>
            <a:lvl5pPr marL="1623974" indent="0">
              <a:buNone/>
              <a:defRPr sz="1776"/>
            </a:lvl5pPr>
            <a:lvl6pPr marL="2029968" indent="0">
              <a:buNone/>
              <a:defRPr sz="1776"/>
            </a:lvl6pPr>
            <a:lvl7pPr marL="2435962" indent="0">
              <a:buNone/>
              <a:defRPr sz="1776"/>
            </a:lvl7pPr>
            <a:lvl8pPr marL="2841955" indent="0">
              <a:buNone/>
              <a:defRPr sz="1776"/>
            </a:lvl8pPr>
            <a:lvl9pPr marL="3247949" indent="0">
              <a:buNone/>
              <a:defRPr sz="1776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9312" y="3248025"/>
            <a:ext cx="2618932" cy="6017368"/>
          </a:xfrm>
        </p:spPr>
        <p:txBody>
          <a:bodyPr/>
          <a:lstStyle>
            <a:lvl1pPr marL="0" indent="0">
              <a:buNone/>
              <a:defRPr sz="1421"/>
            </a:lvl1pPr>
            <a:lvl2pPr marL="405994" indent="0">
              <a:buNone/>
              <a:defRPr sz="1243"/>
            </a:lvl2pPr>
            <a:lvl3pPr marL="811987" indent="0">
              <a:buNone/>
              <a:defRPr sz="1066"/>
            </a:lvl3pPr>
            <a:lvl4pPr marL="1217981" indent="0">
              <a:buNone/>
              <a:defRPr sz="888"/>
            </a:lvl4pPr>
            <a:lvl5pPr marL="1623974" indent="0">
              <a:buNone/>
              <a:defRPr sz="888"/>
            </a:lvl5pPr>
            <a:lvl6pPr marL="2029968" indent="0">
              <a:buNone/>
              <a:defRPr sz="888"/>
            </a:lvl6pPr>
            <a:lvl7pPr marL="2435962" indent="0">
              <a:buNone/>
              <a:defRPr sz="888"/>
            </a:lvl7pPr>
            <a:lvl8pPr marL="2841955" indent="0">
              <a:buNone/>
              <a:defRPr sz="888"/>
            </a:lvl8pPr>
            <a:lvl9pPr marL="3247949" indent="0">
              <a:buNone/>
              <a:defRPr sz="888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4371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8098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10920" y="576424"/>
            <a:ext cx="1750889" cy="917517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8255" y="576424"/>
            <a:ext cx="5151165" cy="917517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059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8255" y="576427"/>
            <a:ext cx="7003554" cy="20926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255" y="2882121"/>
            <a:ext cx="7003554" cy="6869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8254" y="10034796"/>
            <a:ext cx="1827014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CDF6E-D1C5-4F30-882D-02E088C9E2EA}" type="datetimeFigureOut">
              <a:rPr lang="he-IL" smtClean="0"/>
              <a:t>י"ז/חשון/תשפ"ו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9771" y="10034796"/>
            <a:ext cx="2740521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34795" y="10034796"/>
            <a:ext cx="1827014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38FE-49BB-4DA9-A96A-EC0FF5E426B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804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1987" rtl="1" eaLnBrk="1" latinLnBrk="0" hangingPunct="1">
        <a:lnSpc>
          <a:spcPct val="90000"/>
        </a:lnSpc>
        <a:spcBef>
          <a:spcPct val="0"/>
        </a:spcBef>
        <a:buNone/>
        <a:defRPr sz="3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997" indent="-202997" algn="r" defTabSz="811987" rtl="1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2486" kern="1200">
          <a:solidFill>
            <a:schemeClr val="tx1"/>
          </a:solidFill>
          <a:latin typeface="+mn-lt"/>
          <a:ea typeface="+mn-ea"/>
          <a:cs typeface="+mn-cs"/>
        </a:defRPr>
      </a:lvl1pPr>
      <a:lvl2pPr marL="608990" indent="-202997" algn="r" defTabSz="811987" rtl="1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14984" indent="-202997" algn="r" defTabSz="811987" rtl="1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3pPr>
      <a:lvl4pPr marL="1420978" indent="-202997" algn="r" defTabSz="811987" rtl="1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indent="-202997" algn="r" defTabSz="811987" rtl="1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2232965" indent="-202997" algn="r" defTabSz="811987" rtl="1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6pPr>
      <a:lvl7pPr marL="2638958" indent="-202997" algn="r" defTabSz="811987" rtl="1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7pPr>
      <a:lvl8pPr marL="3044952" indent="-202997" algn="r" defTabSz="811987" rtl="1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8pPr>
      <a:lvl9pPr marL="3450946" indent="-202997" algn="r" defTabSz="811987" rtl="1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1pPr>
      <a:lvl2pPr marL="405994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2pPr>
      <a:lvl3pPr marL="811987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3pPr>
      <a:lvl4pPr marL="1217981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623974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2029968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6pPr>
      <a:lvl7pPr marL="2435962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7pPr>
      <a:lvl8pPr marL="2841955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8pPr>
      <a:lvl9pPr marL="3247949" algn="r" defTabSz="811987" rtl="1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טבלה 5">
            <a:extLst>
              <a:ext uri="{FF2B5EF4-FFF2-40B4-BE49-F238E27FC236}">
                <a16:creationId xmlns:a16="http://schemas.microsoft.com/office/drawing/2014/main" id="{F3664155-8DF1-4584-8732-9111DC2C7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931291"/>
              </p:ext>
            </p:extLst>
          </p:nvPr>
        </p:nvGraphicFramePr>
        <p:xfrm>
          <a:off x="136345" y="54864"/>
          <a:ext cx="7847371" cy="10709314"/>
        </p:xfrm>
        <a:graphic>
          <a:graphicData uri="http://schemas.openxmlformats.org/drawingml/2006/table">
            <a:tbl>
              <a:tblPr rtl="1" firstRow="1" bandRow="1"/>
              <a:tblGrid>
                <a:gridCol w="1121053">
                  <a:extLst>
                    <a:ext uri="{9D8B030D-6E8A-4147-A177-3AD203B41FA5}">
                      <a16:colId xmlns:a16="http://schemas.microsoft.com/office/drawing/2014/main" val="3475916923"/>
                    </a:ext>
                  </a:extLst>
                </a:gridCol>
                <a:gridCol w="1121053">
                  <a:extLst>
                    <a:ext uri="{9D8B030D-6E8A-4147-A177-3AD203B41FA5}">
                      <a16:colId xmlns:a16="http://schemas.microsoft.com/office/drawing/2014/main" val="1563980907"/>
                    </a:ext>
                  </a:extLst>
                </a:gridCol>
                <a:gridCol w="1121053">
                  <a:extLst>
                    <a:ext uri="{9D8B030D-6E8A-4147-A177-3AD203B41FA5}">
                      <a16:colId xmlns:a16="http://schemas.microsoft.com/office/drawing/2014/main" val="1601101478"/>
                    </a:ext>
                  </a:extLst>
                </a:gridCol>
                <a:gridCol w="1121053">
                  <a:extLst>
                    <a:ext uri="{9D8B030D-6E8A-4147-A177-3AD203B41FA5}">
                      <a16:colId xmlns:a16="http://schemas.microsoft.com/office/drawing/2014/main" val="2667124940"/>
                    </a:ext>
                  </a:extLst>
                </a:gridCol>
                <a:gridCol w="1121053">
                  <a:extLst>
                    <a:ext uri="{9D8B030D-6E8A-4147-A177-3AD203B41FA5}">
                      <a16:colId xmlns:a16="http://schemas.microsoft.com/office/drawing/2014/main" val="2703512199"/>
                    </a:ext>
                  </a:extLst>
                </a:gridCol>
                <a:gridCol w="1121053">
                  <a:extLst>
                    <a:ext uri="{9D8B030D-6E8A-4147-A177-3AD203B41FA5}">
                      <a16:colId xmlns:a16="http://schemas.microsoft.com/office/drawing/2014/main" val="3058899058"/>
                    </a:ext>
                  </a:extLst>
                </a:gridCol>
                <a:gridCol w="1121053">
                  <a:extLst>
                    <a:ext uri="{9D8B030D-6E8A-4147-A177-3AD203B41FA5}">
                      <a16:colId xmlns:a16="http://schemas.microsoft.com/office/drawing/2014/main" val="4099143289"/>
                    </a:ext>
                  </a:extLst>
                </a:gridCol>
              </a:tblGrid>
              <a:tr h="320274"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ראשון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שני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שלישי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רביעי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חמישי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שישי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שבת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959085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09.11 יח חשוון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10.11 יט חשוון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11.11 כ חשוון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12.11 </a:t>
                      </a:r>
                      <a:r>
                        <a:rPr lang="he-IL" sz="800" b="0" dirty="0" err="1"/>
                        <a:t>כא</a:t>
                      </a:r>
                      <a:r>
                        <a:rPr lang="he-IL" sz="800" b="0" dirty="0"/>
                        <a:t> חשוון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13.11 </a:t>
                      </a:r>
                      <a:r>
                        <a:rPr lang="he-IL" sz="800" b="0" dirty="0" err="1"/>
                        <a:t>כב</a:t>
                      </a:r>
                      <a:r>
                        <a:rPr lang="he-IL" sz="800" b="0" dirty="0"/>
                        <a:t> חשוון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14.11 </a:t>
                      </a:r>
                      <a:r>
                        <a:rPr lang="he-IL" sz="800" b="0" dirty="0" err="1"/>
                        <a:t>כג</a:t>
                      </a:r>
                      <a:r>
                        <a:rPr lang="he-IL" sz="800" b="0" dirty="0"/>
                        <a:t> חשוון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15.11 כד חשוון</a:t>
                      </a:r>
                    </a:p>
                    <a:p>
                      <a:pPr rtl="1"/>
                      <a:r>
                        <a:rPr lang="he-IL" sz="800" b="1" dirty="0"/>
                        <a:t>חיי שרה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1264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16.11 כה חשוון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17.11 כו חשוון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18.11 </a:t>
                      </a:r>
                      <a:r>
                        <a:rPr lang="he-IL" sz="800" b="0" dirty="0" err="1"/>
                        <a:t>כז</a:t>
                      </a:r>
                      <a:r>
                        <a:rPr lang="he-IL" sz="800" b="0" dirty="0"/>
                        <a:t> חשוון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19.11 </a:t>
                      </a:r>
                      <a:r>
                        <a:rPr lang="he-IL" sz="800" b="0" dirty="0" err="1"/>
                        <a:t>כח</a:t>
                      </a:r>
                      <a:r>
                        <a:rPr lang="he-IL" sz="800" b="0" dirty="0"/>
                        <a:t> חשוון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20.11 </a:t>
                      </a:r>
                      <a:r>
                        <a:rPr lang="he-IL" sz="800" b="0" dirty="0" err="1"/>
                        <a:t>כט</a:t>
                      </a:r>
                      <a:r>
                        <a:rPr lang="he-IL" sz="800" b="0" dirty="0"/>
                        <a:t> חשוון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21.11 </a:t>
                      </a:r>
                      <a:r>
                        <a:rPr lang="he-IL" sz="800" b="1" dirty="0"/>
                        <a:t>א כסלו</a:t>
                      </a:r>
                    </a:p>
                    <a:p>
                      <a:pPr rtl="1"/>
                      <a:r>
                        <a:rPr lang="he-IL" sz="800" b="1" dirty="0"/>
                        <a:t>ראש חודש</a:t>
                      </a:r>
                      <a:endParaRPr lang="he-IL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22.11 ב כסלו</a:t>
                      </a:r>
                    </a:p>
                    <a:p>
                      <a:pPr rtl="1"/>
                      <a:r>
                        <a:rPr lang="he-IL" sz="800" b="1" dirty="0"/>
                        <a:t>תולדות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817287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23.11 ג כסלו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24.11 ד כסלו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25.11 ה כסלו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26.11 ו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27.11 ז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28.11 ח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29.11 ט כסלו</a:t>
                      </a:r>
                    </a:p>
                    <a:p>
                      <a:pPr rtl="1"/>
                      <a:r>
                        <a:rPr lang="he-IL" sz="800" b="1" dirty="0"/>
                        <a:t>ויצא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54329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30.11 י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01.12 יא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02.12 יב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03.12 יג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04.12 יד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05.12 טו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06.12 טז כסלו</a:t>
                      </a:r>
                    </a:p>
                    <a:p>
                      <a:pPr rtl="1"/>
                      <a:r>
                        <a:rPr lang="he-IL" sz="800" b="1" dirty="0"/>
                        <a:t>וישלח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824918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07.12 יז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08.12 יח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09.12 יט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10.12 כ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11.12 </a:t>
                      </a:r>
                      <a:r>
                        <a:rPr lang="he-IL" sz="800" b="0" dirty="0" err="1"/>
                        <a:t>כא</a:t>
                      </a:r>
                      <a:r>
                        <a:rPr lang="he-IL" sz="800" b="0" dirty="0"/>
                        <a:t>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12.12 </a:t>
                      </a:r>
                      <a:r>
                        <a:rPr lang="he-IL" sz="800" b="1" dirty="0" err="1"/>
                        <a:t>כב</a:t>
                      </a:r>
                      <a:r>
                        <a:rPr lang="he-IL" sz="800" b="1" dirty="0"/>
                        <a:t> כסלו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13.12 </a:t>
                      </a:r>
                      <a:r>
                        <a:rPr lang="he-IL" sz="800" b="0" dirty="0" err="1"/>
                        <a:t>כג</a:t>
                      </a:r>
                      <a:r>
                        <a:rPr lang="he-IL" sz="800" b="0" dirty="0"/>
                        <a:t> כסלו</a:t>
                      </a:r>
                    </a:p>
                    <a:p>
                      <a:pPr rtl="1"/>
                      <a:r>
                        <a:rPr lang="he-IL" sz="800" b="1" dirty="0"/>
                        <a:t>וישב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594256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14.12 כד כסלו</a:t>
                      </a:r>
                    </a:p>
                    <a:p>
                      <a:pPr rtl="1"/>
                      <a:r>
                        <a:rPr lang="he-IL" sz="800" b="1" dirty="0"/>
                        <a:t>ערב חנוכה-נר ראשון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15.12 כה כסלו</a:t>
                      </a:r>
                    </a:p>
                    <a:p>
                      <a:pPr rtl="1"/>
                      <a:r>
                        <a:rPr lang="he-IL" sz="800" b="1" dirty="0"/>
                        <a:t>חנוכה-נר1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16.12 כו כסלו</a:t>
                      </a:r>
                    </a:p>
                    <a:p>
                      <a:pPr rtl="1"/>
                      <a:r>
                        <a:rPr lang="he-IL" sz="800" b="1" dirty="0"/>
                        <a:t>חנוכה-נר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17.12 </a:t>
                      </a:r>
                      <a:r>
                        <a:rPr lang="he-IL" sz="800" b="0" dirty="0" err="1"/>
                        <a:t>כז</a:t>
                      </a:r>
                      <a:r>
                        <a:rPr lang="he-IL" sz="800" b="0" dirty="0"/>
                        <a:t> כסלו</a:t>
                      </a:r>
                    </a:p>
                    <a:p>
                      <a:pPr rtl="1"/>
                      <a:r>
                        <a:rPr lang="he-IL" sz="800" b="1" dirty="0"/>
                        <a:t>חנוכה-נר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18.12 </a:t>
                      </a:r>
                      <a:r>
                        <a:rPr lang="he-IL" sz="800" b="0" dirty="0" err="1"/>
                        <a:t>כח</a:t>
                      </a:r>
                      <a:r>
                        <a:rPr lang="he-IL" sz="800" b="0" dirty="0"/>
                        <a:t> כסלו</a:t>
                      </a:r>
                    </a:p>
                    <a:p>
                      <a:pPr rtl="1"/>
                      <a:r>
                        <a:rPr lang="he-IL" sz="800" b="1" dirty="0"/>
                        <a:t>חנוכה-נר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19.12 </a:t>
                      </a:r>
                      <a:r>
                        <a:rPr lang="he-IL" sz="800" b="0" dirty="0" err="1"/>
                        <a:t>כט</a:t>
                      </a:r>
                      <a:r>
                        <a:rPr lang="he-IL" sz="800" b="0" dirty="0"/>
                        <a:t> כסלו</a:t>
                      </a:r>
                    </a:p>
                    <a:p>
                      <a:pPr rtl="1"/>
                      <a:r>
                        <a:rPr lang="he-IL" sz="800" b="1" dirty="0"/>
                        <a:t>חנוכה נר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20.12 </a:t>
                      </a:r>
                      <a:r>
                        <a:rPr lang="he-IL" sz="800" b="1" dirty="0"/>
                        <a:t>ל' כסלו</a:t>
                      </a:r>
                    </a:p>
                    <a:p>
                      <a:pPr rtl="1"/>
                      <a:r>
                        <a:rPr lang="he-IL" sz="800" b="1" dirty="0"/>
                        <a:t>חנוכה-מקץ-ראש חודש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595172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21.12 </a:t>
                      </a:r>
                      <a:r>
                        <a:rPr lang="he-IL" sz="800" b="1" dirty="0"/>
                        <a:t>א' טבת</a:t>
                      </a:r>
                    </a:p>
                    <a:p>
                      <a:pPr rtl="1"/>
                      <a:r>
                        <a:rPr lang="he-IL" sz="800" b="1" dirty="0"/>
                        <a:t>חנוכה נר 7</a:t>
                      </a:r>
                      <a:endParaRPr lang="he-IL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22.12 ב טבת</a:t>
                      </a:r>
                    </a:p>
                    <a:p>
                      <a:pPr rtl="1"/>
                      <a:r>
                        <a:rPr lang="he-IL" sz="800" b="1" dirty="0"/>
                        <a:t>חנוכה- נר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23.12 ג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24.12 ד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25.12 ה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26.12 ו טבת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27.12 ז טבת</a:t>
                      </a:r>
                    </a:p>
                    <a:p>
                      <a:pPr rtl="1"/>
                      <a:r>
                        <a:rPr lang="he-IL" sz="800" b="1" dirty="0"/>
                        <a:t>ויגש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543007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28.12 ח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29.12 ט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30.12 י טבת</a:t>
                      </a:r>
                    </a:p>
                    <a:p>
                      <a:pPr rtl="1"/>
                      <a:r>
                        <a:rPr lang="he-IL" sz="800" b="1" dirty="0"/>
                        <a:t>צום עשרה בטבת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31.12 יא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01.01.2026 יב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02.01 יג טבת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03.01 יד טבת</a:t>
                      </a:r>
                    </a:p>
                    <a:p>
                      <a:pPr rtl="1"/>
                      <a:r>
                        <a:rPr lang="he-IL" sz="800" b="1" dirty="0"/>
                        <a:t>ויחי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394594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04.01 טו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05.01 טז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06.01 יז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07.01 יח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08.01 יט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09.01 כ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10.01 </a:t>
                      </a:r>
                      <a:r>
                        <a:rPr lang="he-IL" sz="800" b="0" dirty="0" err="1"/>
                        <a:t>כא</a:t>
                      </a:r>
                      <a:r>
                        <a:rPr lang="he-IL" sz="800" b="0" dirty="0"/>
                        <a:t> טבת</a:t>
                      </a:r>
                    </a:p>
                    <a:p>
                      <a:pPr rtl="1"/>
                      <a:r>
                        <a:rPr lang="he-IL" sz="800" b="1" dirty="0"/>
                        <a:t>שמות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5073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11.01 </a:t>
                      </a:r>
                      <a:r>
                        <a:rPr lang="he-IL" sz="800" b="0" dirty="0" err="1"/>
                        <a:t>כב</a:t>
                      </a:r>
                      <a:r>
                        <a:rPr lang="he-IL" sz="800" b="0" dirty="0"/>
                        <a:t>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12.01 </a:t>
                      </a:r>
                      <a:r>
                        <a:rPr lang="he-IL" sz="800" b="0" dirty="0" err="1"/>
                        <a:t>כג</a:t>
                      </a:r>
                      <a:r>
                        <a:rPr lang="he-IL" sz="800" b="0" dirty="0"/>
                        <a:t>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13.01 כד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14.01 כה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>
                          <a:cs typeface="+mn-cs"/>
                        </a:rPr>
                        <a:t>15.01 כו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16.01 </a:t>
                      </a:r>
                      <a:r>
                        <a:rPr lang="he-IL" sz="800" b="0" dirty="0" err="1"/>
                        <a:t>כז</a:t>
                      </a:r>
                      <a:r>
                        <a:rPr lang="he-IL" sz="800" b="0" dirty="0"/>
                        <a:t> טבת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17.01 </a:t>
                      </a:r>
                      <a:r>
                        <a:rPr lang="he-IL" sz="800" b="0" dirty="0" err="1"/>
                        <a:t>כח</a:t>
                      </a:r>
                      <a:r>
                        <a:rPr lang="he-IL" sz="800" b="0" dirty="0"/>
                        <a:t> טבת</a:t>
                      </a:r>
                    </a:p>
                    <a:p>
                      <a:pPr rtl="1"/>
                      <a:r>
                        <a:rPr lang="he-IL" sz="800" b="1" dirty="0"/>
                        <a:t>וארא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143688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18.01 </a:t>
                      </a:r>
                      <a:r>
                        <a:rPr lang="he-IL" sz="800" b="0" dirty="0" err="1"/>
                        <a:t>כט</a:t>
                      </a:r>
                      <a:r>
                        <a:rPr lang="he-IL" sz="800" b="0" dirty="0"/>
                        <a:t> טבת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19.01 </a:t>
                      </a:r>
                      <a:r>
                        <a:rPr lang="he-IL" sz="800" b="1" dirty="0"/>
                        <a:t>א שבט</a:t>
                      </a:r>
                      <a:endParaRPr lang="he-IL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20.01 ב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21.01 ג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22.01 ד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23.01 ה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24.01 ו שבט</a:t>
                      </a:r>
                    </a:p>
                    <a:p>
                      <a:pPr rtl="1"/>
                      <a:r>
                        <a:rPr lang="he-IL" sz="800" b="1" dirty="0"/>
                        <a:t>בא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345504"/>
                  </a:ext>
                </a:extLst>
              </a:tr>
              <a:tr h="488882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25.01 ז שבט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26.01 ח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27.01 ט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28.01 י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29.01 יא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30.01 יב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31.01 יג שבט</a:t>
                      </a:r>
                    </a:p>
                    <a:p>
                      <a:pPr rtl="1"/>
                      <a:r>
                        <a:rPr lang="he-IL" sz="800" b="1" dirty="0"/>
                        <a:t>בשלח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064946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01.02 </a:t>
                      </a:r>
                      <a:r>
                        <a:rPr lang="he-IL" sz="800" b="0" dirty="0"/>
                        <a:t>יד שבט</a:t>
                      </a:r>
                      <a:endParaRPr lang="he-IL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02.02 טו בשבט</a:t>
                      </a:r>
                    </a:p>
                    <a:p>
                      <a:pPr rtl="1"/>
                      <a:r>
                        <a:rPr lang="he-IL" sz="800" b="1" dirty="0"/>
                        <a:t>חג לאילנות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03.02 טז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04.02 יז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05.02 </a:t>
                      </a:r>
                      <a:r>
                        <a:rPr lang="he-IL" sz="800" b="0" dirty="0"/>
                        <a:t>יח שבט</a:t>
                      </a:r>
                      <a:endParaRPr lang="he-IL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06.02 יט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07.02 </a:t>
                      </a:r>
                      <a:r>
                        <a:rPr lang="he-IL" sz="800" b="1" dirty="0"/>
                        <a:t>כ שבט</a:t>
                      </a:r>
                    </a:p>
                    <a:p>
                      <a:pPr rtl="1"/>
                      <a:r>
                        <a:rPr lang="he-IL" sz="800" b="1" dirty="0"/>
                        <a:t>יתרו</a:t>
                      </a:r>
                      <a:endParaRPr lang="he-IL" sz="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166995"/>
                  </a:ext>
                </a:extLst>
              </a:tr>
              <a:tr h="494597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08.02 </a:t>
                      </a:r>
                      <a:r>
                        <a:rPr lang="he-IL" sz="800" b="0" dirty="0" err="1"/>
                        <a:t>כא</a:t>
                      </a:r>
                      <a:r>
                        <a:rPr lang="he-IL" sz="800" b="0" dirty="0"/>
                        <a:t>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09.02 </a:t>
                      </a:r>
                      <a:r>
                        <a:rPr lang="he-IL" sz="800" b="0" dirty="0" err="1"/>
                        <a:t>כב</a:t>
                      </a:r>
                      <a:r>
                        <a:rPr lang="he-IL" sz="800" b="0" dirty="0"/>
                        <a:t>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10.02 </a:t>
                      </a:r>
                      <a:r>
                        <a:rPr lang="he-IL" sz="800" b="0" dirty="0" err="1"/>
                        <a:t>כג</a:t>
                      </a:r>
                      <a:r>
                        <a:rPr lang="he-IL" sz="800" b="0" dirty="0"/>
                        <a:t>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11.02 כד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12.02 כה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13.02 כו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14.02 </a:t>
                      </a:r>
                      <a:r>
                        <a:rPr lang="he-IL" sz="800" b="0" dirty="0" err="1"/>
                        <a:t>כז</a:t>
                      </a:r>
                      <a:r>
                        <a:rPr lang="he-IL" sz="800" b="0" dirty="0"/>
                        <a:t> שבט</a:t>
                      </a:r>
                    </a:p>
                    <a:p>
                      <a:pPr rtl="1"/>
                      <a:r>
                        <a:rPr lang="he-IL" sz="800" b="1" dirty="0"/>
                        <a:t>משפטים (שקלים)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738224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15.02 </a:t>
                      </a:r>
                      <a:r>
                        <a:rPr lang="he-IL" sz="800" b="0" dirty="0" err="1"/>
                        <a:t>כח</a:t>
                      </a:r>
                      <a:r>
                        <a:rPr lang="he-IL" sz="800" b="0" dirty="0"/>
                        <a:t> שבט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16.02 </a:t>
                      </a:r>
                      <a:r>
                        <a:rPr lang="he-IL" sz="800" b="0" dirty="0" err="1"/>
                        <a:t>כט</a:t>
                      </a:r>
                      <a:r>
                        <a:rPr lang="he-IL" sz="800" b="0" dirty="0"/>
                        <a:t> 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17.02 </a:t>
                      </a:r>
                      <a:r>
                        <a:rPr lang="he-IL" sz="800" b="1" dirty="0"/>
                        <a:t>ל שבט</a:t>
                      </a:r>
                    </a:p>
                    <a:p>
                      <a:pPr rtl="1"/>
                      <a:r>
                        <a:rPr lang="he-IL" sz="800" b="1" dirty="0"/>
                        <a:t>ראש חודש</a:t>
                      </a:r>
                      <a:endParaRPr lang="he-IL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18.02 </a:t>
                      </a:r>
                      <a:r>
                        <a:rPr lang="he-IL" sz="800" b="1" dirty="0"/>
                        <a:t>א אדר</a:t>
                      </a:r>
                    </a:p>
                    <a:p>
                      <a:pPr rtl="1"/>
                      <a:r>
                        <a:rPr lang="he-IL" sz="800" b="1" dirty="0"/>
                        <a:t>ראש חודש</a:t>
                      </a:r>
                      <a:endParaRPr lang="he-IL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19.02 ב אדר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20.02 ג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21.02 ד אדר </a:t>
                      </a:r>
                    </a:p>
                    <a:p>
                      <a:pPr rtl="1"/>
                      <a:r>
                        <a:rPr lang="he-IL" sz="800" b="1" dirty="0"/>
                        <a:t>תרומה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455367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22.02 ה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23.02 ו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24.02 ז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25.02 ח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26.02 ט אדר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27.02 י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28.02 יא אדר</a:t>
                      </a:r>
                    </a:p>
                    <a:p>
                      <a:pPr rtl="1"/>
                      <a:r>
                        <a:rPr lang="he-IL" sz="800" b="1" dirty="0"/>
                        <a:t>תצוה (זכור)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912131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01.03 </a:t>
                      </a:r>
                      <a:r>
                        <a:rPr lang="he-IL" sz="800" b="0" dirty="0"/>
                        <a:t>יב אדר</a:t>
                      </a:r>
                      <a:endParaRPr lang="he-IL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02.03 יג אדר</a:t>
                      </a:r>
                    </a:p>
                    <a:p>
                      <a:pPr rtl="1"/>
                      <a:r>
                        <a:rPr lang="he-IL" sz="800" b="1" dirty="0"/>
                        <a:t>תענית אסתר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03.03 יד אדר</a:t>
                      </a:r>
                    </a:p>
                    <a:p>
                      <a:pPr rtl="1"/>
                      <a:r>
                        <a:rPr lang="he-IL" sz="800" b="1" dirty="0"/>
                        <a:t>פורים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04.03 טו אדר</a:t>
                      </a:r>
                    </a:p>
                    <a:p>
                      <a:pPr rtl="1"/>
                      <a:r>
                        <a:rPr lang="he-IL" sz="800" b="1" dirty="0"/>
                        <a:t>שושן פורים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05.03 טז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06.03 יז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07.03 יח אדר</a:t>
                      </a:r>
                    </a:p>
                    <a:p>
                      <a:pPr rtl="1"/>
                      <a:r>
                        <a:rPr lang="he-IL" sz="800" b="1" dirty="0"/>
                        <a:t>כי תישא (פרה)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44384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08.03 יט אדר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09.03 כ אדר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10.03 </a:t>
                      </a:r>
                      <a:r>
                        <a:rPr lang="he-IL" sz="800" b="0" dirty="0" err="1"/>
                        <a:t>כא</a:t>
                      </a:r>
                      <a:r>
                        <a:rPr lang="he-IL" sz="800" b="0" dirty="0"/>
                        <a:t> אדר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11.03 </a:t>
                      </a:r>
                      <a:r>
                        <a:rPr lang="he-IL" sz="800" b="0" dirty="0" err="1"/>
                        <a:t>כב</a:t>
                      </a:r>
                      <a:r>
                        <a:rPr lang="he-IL" sz="800" b="0" dirty="0"/>
                        <a:t> אדר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12.03 </a:t>
                      </a:r>
                      <a:r>
                        <a:rPr lang="he-IL" sz="800" b="0" dirty="0" err="1"/>
                        <a:t>כג</a:t>
                      </a:r>
                      <a:r>
                        <a:rPr lang="he-IL" sz="800" b="0" dirty="0"/>
                        <a:t> אדר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13.03 כד אדר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14.03 כה אדר</a:t>
                      </a:r>
                    </a:p>
                    <a:p>
                      <a:pPr rtl="1"/>
                      <a:r>
                        <a:rPr lang="he-IL" sz="800" b="1" dirty="0"/>
                        <a:t>ויקהל פקודי (החודש)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49079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15.03 כו אדר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16.03 </a:t>
                      </a:r>
                      <a:r>
                        <a:rPr lang="he-IL" sz="800" b="0" dirty="0" err="1"/>
                        <a:t>כז</a:t>
                      </a:r>
                      <a:r>
                        <a:rPr lang="he-IL" sz="800" b="0" dirty="0"/>
                        <a:t> אדר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17.03 </a:t>
                      </a:r>
                      <a:r>
                        <a:rPr lang="he-IL" sz="800" b="0" dirty="0" err="1"/>
                        <a:t>כח</a:t>
                      </a:r>
                      <a:r>
                        <a:rPr lang="he-IL" sz="800" b="0" dirty="0"/>
                        <a:t> אדר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18.03 </a:t>
                      </a:r>
                      <a:r>
                        <a:rPr lang="he-IL" sz="800" b="0" dirty="0" err="1"/>
                        <a:t>כט</a:t>
                      </a:r>
                      <a:r>
                        <a:rPr lang="he-IL" sz="800" b="0" dirty="0"/>
                        <a:t> אדר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19.03 </a:t>
                      </a:r>
                      <a:r>
                        <a:rPr lang="he-IL" sz="800" b="1" dirty="0"/>
                        <a:t>א ניסן</a:t>
                      </a:r>
                    </a:p>
                    <a:p>
                      <a:pPr rtl="1"/>
                      <a:r>
                        <a:rPr lang="he-IL" sz="800" b="1" dirty="0"/>
                        <a:t>ראש חודש</a:t>
                      </a:r>
                      <a:endParaRPr lang="he-IL" sz="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20.03 ב ניסן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21.03 ג ניסן</a:t>
                      </a:r>
                    </a:p>
                    <a:p>
                      <a:pPr rtl="1"/>
                      <a:r>
                        <a:rPr lang="he-IL" sz="800" b="1" dirty="0"/>
                        <a:t>ויקרא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864538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22.03 ד ניסן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23.03 ה ניסן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24.03 ו ניסן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25.03 ז ניסן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26.03 ח ניסן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27.03 ט ניסן</a:t>
                      </a:r>
                    </a:p>
                    <a:p>
                      <a:pPr rtl="1"/>
                      <a:r>
                        <a:rPr lang="he-IL" sz="800" b="1" dirty="0"/>
                        <a:t>שעון קיץ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28.03 י ניסן</a:t>
                      </a:r>
                    </a:p>
                    <a:p>
                      <a:pPr rtl="1"/>
                      <a:r>
                        <a:rPr lang="he-IL" sz="800" b="1" dirty="0"/>
                        <a:t>צו (הגדול)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520740"/>
                  </a:ext>
                </a:extLst>
              </a:tr>
              <a:tr h="464730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29.03 יא ניסן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30.03 יב ניסן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31.03 יג ניסן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01.04 יד ניסן</a:t>
                      </a:r>
                    </a:p>
                    <a:p>
                      <a:pPr rtl="1"/>
                      <a:r>
                        <a:rPr lang="he-IL" sz="800" b="1" dirty="0"/>
                        <a:t>ערב פסח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02.04 טו פסח</a:t>
                      </a:r>
                    </a:p>
                    <a:p>
                      <a:pPr rtl="1"/>
                      <a:r>
                        <a:rPr lang="he-IL" sz="800" b="1" dirty="0"/>
                        <a:t>חג פסח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03.04 טז ניסן</a:t>
                      </a:r>
                    </a:p>
                    <a:p>
                      <a:pPr rtl="1"/>
                      <a:r>
                        <a:rPr lang="he-IL" sz="800" b="1" dirty="0"/>
                        <a:t>חוה"מ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1" dirty="0"/>
                        <a:t>04.04 יז ניסן</a:t>
                      </a:r>
                    </a:p>
                    <a:p>
                      <a:pPr marL="0" marR="0" lvl="0" indent="0" algn="r" defTabSz="811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1" dirty="0"/>
                        <a:t>חוה"מ</a:t>
                      </a:r>
                    </a:p>
                    <a:p>
                      <a:pPr rtl="1"/>
                      <a:endParaRPr lang="he-IL" sz="8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440"/>
                  </a:ext>
                </a:extLst>
              </a:tr>
              <a:tr h="499725"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05.04 יח ניסן</a:t>
                      </a:r>
                    </a:p>
                    <a:p>
                      <a:pPr marL="0" marR="0" lvl="0" indent="0" algn="r" defTabSz="811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1" dirty="0"/>
                        <a:t>חוה"מ</a:t>
                      </a:r>
                    </a:p>
                    <a:p>
                      <a:pPr rtl="1"/>
                      <a:endParaRPr lang="he-IL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06.04 יט ניסן</a:t>
                      </a:r>
                    </a:p>
                    <a:p>
                      <a:pPr marL="0" marR="0" lvl="0" indent="0" algn="r" defTabSz="811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1" dirty="0"/>
                        <a:t>חוה"מ</a:t>
                      </a:r>
                    </a:p>
                    <a:p>
                      <a:pPr rtl="1"/>
                      <a:endParaRPr lang="he-IL" sz="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07.04 כ ניסן</a:t>
                      </a:r>
                    </a:p>
                    <a:p>
                      <a:pPr marL="0" marR="0" lvl="0" indent="0" algn="r" defTabSz="811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1" dirty="0"/>
                        <a:t>חוה"מ</a:t>
                      </a:r>
                    </a:p>
                    <a:p>
                      <a:pPr rtl="1"/>
                      <a:endParaRPr lang="he-IL" sz="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08.04 </a:t>
                      </a:r>
                      <a:r>
                        <a:rPr lang="he-IL" sz="800" b="0" dirty="0" err="1"/>
                        <a:t>כא</a:t>
                      </a:r>
                      <a:r>
                        <a:rPr lang="he-IL" sz="800" b="0" dirty="0"/>
                        <a:t> ניסן</a:t>
                      </a:r>
                    </a:p>
                    <a:p>
                      <a:pPr rtl="1"/>
                      <a:r>
                        <a:rPr lang="he-IL" sz="800" b="1" dirty="0"/>
                        <a:t>שביעי של פסח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09.04 </a:t>
                      </a:r>
                      <a:r>
                        <a:rPr lang="he-IL" sz="800" b="0" dirty="0" err="1"/>
                        <a:t>כב</a:t>
                      </a:r>
                      <a:r>
                        <a:rPr lang="he-IL" sz="800" b="0" dirty="0"/>
                        <a:t> ניסן</a:t>
                      </a:r>
                    </a:p>
                    <a:p>
                      <a:pPr rtl="1"/>
                      <a:r>
                        <a:rPr lang="he-IL" sz="800" b="1" dirty="0"/>
                        <a:t>אסרו חג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10.04 </a:t>
                      </a:r>
                      <a:r>
                        <a:rPr lang="he-IL" sz="800" b="0" dirty="0" err="1"/>
                        <a:t>כג</a:t>
                      </a:r>
                      <a:r>
                        <a:rPr lang="he-IL" sz="800" b="0" dirty="0"/>
                        <a:t> ניסן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800" b="0" dirty="0"/>
                        <a:t>11.04 כד ניסן</a:t>
                      </a:r>
                    </a:p>
                    <a:p>
                      <a:pPr rtl="1"/>
                      <a:r>
                        <a:rPr lang="he-IL" sz="800" b="1"/>
                        <a:t>שמיני</a:t>
                      </a:r>
                      <a:endParaRPr lang="he-IL" sz="8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669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10870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2042</TotalTime>
  <Words>564</Words>
  <Application>Microsoft Office PowerPoint</Application>
  <PresentationFormat>נייר B4 ‏(ISO) ‏(250x353 מ"מ)</PresentationFormat>
  <Paragraphs>209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David</vt:lpstr>
      <vt:lpstr>ערכת נושא Office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יקיר בן מנשה</dc:creator>
  <cp:lastModifiedBy>Yakir Ben Menashe</cp:lastModifiedBy>
  <cp:revision>46</cp:revision>
  <dcterms:created xsi:type="dcterms:W3CDTF">2021-02-10T08:09:42Z</dcterms:created>
  <dcterms:modified xsi:type="dcterms:W3CDTF">2025-11-09T13:28:02Z</dcterms:modified>
</cp:coreProperties>
</file>